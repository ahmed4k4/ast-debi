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6" r:id="rId8"/>
    <p:sldId id="267" r:id="rId9"/>
    <p:sldId id="268" r:id="rId10"/>
    <p:sldId id="269" r:id="rId11"/>
    <p:sldId id="270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61" d="100"/>
          <a:sy n="161" d="100"/>
        </p:scale>
        <p:origin x="174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57200" y="365760"/>
            <a:ext cx="45720" cy="45720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" y="274320"/>
            <a:ext cx="36576" cy="36576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38160" y="365760"/>
            <a:ext cx="45720" cy="45720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03920" y="685800"/>
            <a:ext cx="36576" cy="36576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4480560"/>
            <a:ext cx="36576" cy="36576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321040" y="4434840"/>
            <a:ext cx="41148" cy="41148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66CC"/>
                </a:solidFill>
                <a:latin typeface="Arial"/>
              </a:rPr>
              <a:t>JAVASCRIPT TASKS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66CC"/>
                </a:solidFill>
                <a:latin typeface="Arial"/>
              </a:rPr>
              <a:t>DOM · Events · Forms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606040"/>
            <a:ext cx="2743200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4155"/>
                </a:solidFill>
                <a:latin typeface="Arial"/>
              </a:rPr>
              <a:t>Frontend Web Developer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6CC"/>
                </a:solidFill>
                <a:latin typeface="Arial"/>
              </a:rPr>
              <a:t>TASK 1 —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66CC"/>
                </a:solidFill>
                <a:latin typeface="Arial"/>
              </a:rPr>
              <a:t>Shopping Store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8229600" cy="2286000"/>
          </a:xfrm>
          <a:prstGeom prst="roundRect">
            <a:avLst>
              <a:gd name="adj" fmla="val 10000"/>
            </a:avLst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Arial"/>
              </a:rPr>
              <a:t>Create a simple Shopping Store page
using HTML, CSS, and JavaScript.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6CC"/>
                </a:solidFill>
                <a:latin typeface="Arial"/>
              </a:rPr>
              <a:t>TASK 1 — PART 1 · Shopping 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6CC"/>
                </a:solidFill>
                <a:latin typeface="Arial"/>
              </a:rPr>
              <a:t>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8412480" cy="3566160"/>
          </a:xfrm>
          <a:prstGeom prst="roundRect">
            <a:avLst>
              <a:gd name="adj" fmla="val 10000"/>
            </a:avLst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rial"/>
              </a:rPr>
              <a:t>1. Create a page with: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Arial"/>
              </a:rPr>
              <a:t>• A title: My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Arial"/>
              </a:rPr>
              <a:t>• A welcome message.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Arial"/>
              </a:rPr>
              <a:t>• Three products.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Arial"/>
              </a:rPr>
              <a:t>• An Add to Cart button for each product.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Arial"/>
              </a:rPr>
              <a:t>• A cart section.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FC4557-7753-4A24-AC1A-0F87F2F0F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171" y="571500"/>
            <a:ext cx="4533949" cy="4414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6CC"/>
                </a:solidFill>
                <a:latin typeface="Arial"/>
              </a:rPr>
              <a:t>TASK 1 — PART 1 · Shopping 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6CC"/>
                </a:solidFill>
                <a:latin typeface="Arial"/>
              </a:rPr>
              <a:t>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37260"/>
            <a:ext cx="8412480" cy="4121628"/>
          </a:xfrm>
          <a:prstGeom prst="roundRect">
            <a:avLst>
              <a:gd name="adj" fmla="val 10000"/>
            </a:avLst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960121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1E293B"/>
                </a:solidFill>
                <a:latin typeface="Arial"/>
              </a:rPr>
              <a:t>3. Use JavaScript to select: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68731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334155"/>
                </a:solidFill>
                <a:latin typeface="Arial"/>
              </a:rPr>
              <a:t>• The welcome message.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88771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• All Add to Cart buttons.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0881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• The cart section.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2885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• The cart number.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3B03E2-FF8E-41BC-9B7D-4E5BF9656C63}"/>
              </a:ext>
            </a:extLst>
          </p:cNvPr>
          <p:cNvSpPr txBox="1"/>
          <p:nvPr/>
        </p:nvSpPr>
        <p:spPr>
          <a:xfrm>
            <a:off x="636517" y="254889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1E293B"/>
                </a:solidFill>
                <a:latin typeface="Arial"/>
              </a:rPr>
              <a:t>4. Print all Add to Cart buttons in the console.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88347C-7EDE-4822-94DD-1722ABA0364E}"/>
              </a:ext>
            </a:extLst>
          </p:cNvPr>
          <p:cNvSpPr txBox="1"/>
          <p:nvPr/>
        </p:nvSpPr>
        <p:spPr>
          <a:xfrm>
            <a:off x="636517" y="298292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1E293B"/>
                </a:solidFill>
                <a:latin typeface="Arial"/>
              </a:rPr>
              <a:t>5. Change the welcome message using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textContent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608A4D-CEC7-4120-A6F1-7CF21B7D3328}"/>
              </a:ext>
            </a:extLst>
          </p:cNvPr>
          <p:cNvSpPr txBox="1"/>
          <p:nvPr/>
        </p:nvSpPr>
        <p:spPr>
          <a:xfrm>
            <a:off x="636517" y="3393225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1E293B"/>
                </a:solidFill>
                <a:latin typeface="Arial"/>
              </a:rPr>
              <a:t>6. Use </a:t>
            </a:r>
            <a:r>
              <a:rPr sz="1500" b="0" dirty="0" err="1">
                <a:solidFill>
                  <a:srgbClr val="1E293B"/>
                </a:solidFill>
                <a:latin typeface="Arial"/>
              </a:rPr>
              <a:t>innerHTML</a:t>
            </a:r>
            <a:r>
              <a:rPr sz="1500" b="0" dirty="0">
                <a:solidFill>
                  <a:srgbClr val="1E293B"/>
                </a:solidFill>
                <a:latin typeface="Arial"/>
              </a:rPr>
              <a:t> to show a message inside the cart.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5EAFA1-396B-4187-B191-EEAB768D4726}"/>
              </a:ext>
            </a:extLst>
          </p:cNvPr>
          <p:cNvSpPr txBox="1"/>
          <p:nvPr/>
        </p:nvSpPr>
        <p:spPr>
          <a:xfrm>
            <a:off x="641267" y="3817619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Arial"/>
              </a:rPr>
              <a:t>7. Use classList to add and remove classes from the cart.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B17683-83B8-461F-9C16-A70F0085D672}"/>
              </a:ext>
            </a:extLst>
          </p:cNvPr>
          <p:cNvSpPr txBox="1"/>
          <p:nvPr/>
        </p:nvSpPr>
        <p:spPr>
          <a:xfrm>
            <a:off x="641267" y="422011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1E293B"/>
                </a:solidFill>
                <a:latin typeface="Arial"/>
              </a:rPr>
              <a:t>8. Use style to change the cart message color.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6CC"/>
                </a:solidFill>
                <a:latin typeface="Arial"/>
              </a:rPr>
              <a:t>TASK 1 —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66CC"/>
                </a:solidFill>
                <a:latin typeface="Arial"/>
              </a:rPr>
              <a:t>Add Events to the
Shopping Store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8229600" cy="22860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Arial"/>
              </a:rPr>
              <a:t>Use the same Shopping Store from Task 1.
Do not create a new page.
Add the new JavaScript features to your existing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6CC"/>
                </a:solidFill>
                <a:latin typeface="Arial"/>
              </a:rPr>
              <a:t>TASK 1 — PART 2 · Add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6CC"/>
                </a:solidFill>
                <a:latin typeface="Arial"/>
              </a:rPr>
              <a:t>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51560"/>
            <a:ext cx="8412480" cy="3954780"/>
          </a:xfrm>
          <a:prstGeom prst="roundRect">
            <a:avLst>
              <a:gd name="adj" fmla="val 10000"/>
            </a:avLst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rial"/>
              </a:rPr>
              <a:t>1. When the user clicks the Checkout button: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734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334155"/>
                </a:solidFill>
                <a:latin typeface="Arial"/>
              </a:rPr>
              <a:t>• Print "Redirecting to payment gateway...".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89067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334155"/>
                </a:solidFill>
                <a:latin typeface="Arial"/>
              </a:rPr>
              <a:t>• Print the clicked element using </a:t>
            </a:r>
            <a:r>
              <a:rPr sz="1500" b="0" dirty="0" err="1">
                <a:solidFill>
                  <a:srgbClr val="334155"/>
                </a:solidFill>
                <a:latin typeface="Arial"/>
              </a:rPr>
              <a:t>event.target</a:t>
            </a:r>
            <a:r>
              <a:rPr sz="1500" b="0" dirty="0">
                <a:solidFill>
                  <a:srgbClr val="334155"/>
                </a:solidFill>
                <a:latin typeface="Arial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AE6655-D86E-440A-A760-7DE06FF05332}"/>
              </a:ext>
            </a:extLst>
          </p:cNvPr>
          <p:cNvSpPr txBox="1"/>
          <p:nvPr/>
        </p:nvSpPr>
        <p:spPr>
          <a:xfrm>
            <a:off x="545077" y="2284016"/>
            <a:ext cx="8046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E293B"/>
                </a:solidFill>
                <a:latin typeface="Arial"/>
              </a:rPr>
              <a:t>2. Add a search 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21852F-3981-4854-A32C-1BC57DF1260F}"/>
              </a:ext>
            </a:extLst>
          </p:cNvPr>
          <p:cNvSpPr txBox="1"/>
          <p:nvPr/>
        </p:nvSpPr>
        <p:spPr>
          <a:xfrm>
            <a:off x="543889" y="2682885"/>
            <a:ext cx="8046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1E293B"/>
                </a:solidFill>
                <a:latin typeface="Arial"/>
              </a:rPr>
              <a:t>3. When the user types in the search input:</a:t>
            </a:r>
            <a:r>
              <a:rPr lang="en-US" sz="1500" b="1" dirty="0">
                <a:solidFill>
                  <a:srgbClr val="1E293B"/>
                </a:solidFill>
                <a:latin typeface="Arial"/>
              </a:rPr>
              <a:t> </a:t>
            </a:r>
            <a:r>
              <a:rPr lang="en-US" sz="1500" b="0" dirty="0">
                <a:solidFill>
                  <a:srgbClr val="334155"/>
                </a:solidFill>
                <a:latin typeface="Arial"/>
              </a:rPr>
              <a:t>Print the current value in the console.</a:t>
            </a:r>
            <a:endParaRPr sz="1500" b="1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CA24EE-BC2F-490A-B10B-3FCD0422EDC1}"/>
              </a:ext>
            </a:extLst>
          </p:cNvPr>
          <p:cNvSpPr txBox="1"/>
          <p:nvPr/>
        </p:nvSpPr>
        <p:spPr>
          <a:xfrm>
            <a:off x="553438" y="3008263"/>
            <a:ext cx="8046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E293B"/>
                </a:solidFill>
                <a:latin typeface="Arial"/>
              </a:rPr>
              <a:t>4. Add a country select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9866C1-2FDD-486D-8B37-9BC840A0603B}"/>
              </a:ext>
            </a:extLst>
          </p:cNvPr>
          <p:cNvSpPr txBox="1"/>
          <p:nvPr/>
        </p:nvSpPr>
        <p:spPr>
          <a:xfrm>
            <a:off x="543842" y="3321321"/>
            <a:ext cx="8046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1E293B"/>
                </a:solidFill>
                <a:latin typeface="Arial"/>
              </a:rPr>
              <a:t>5. When the user changes the country:</a:t>
            </a:r>
            <a:r>
              <a:rPr lang="en-US" sz="1500" b="1" dirty="0">
                <a:solidFill>
                  <a:srgbClr val="1E293B"/>
                </a:solidFill>
                <a:latin typeface="Arial"/>
              </a:rPr>
              <a:t> </a:t>
            </a:r>
            <a:r>
              <a:rPr lang="en-US" sz="1500" b="0" dirty="0">
                <a:solidFill>
                  <a:srgbClr val="334155"/>
                </a:solidFill>
                <a:latin typeface="Arial"/>
              </a:rPr>
              <a:t>Print "Country changed, calculating new shipping fees...".</a:t>
            </a:r>
            <a:endParaRPr sz="1500" b="1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EF99C4-6A87-43E8-BCA4-F4A2C53E22AF}"/>
              </a:ext>
            </a:extLst>
          </p:cNvPr>
          <p:cNvSpPr txBox="1"/>
          <p:nvPr/>
        </p:nvSpPr>
        <p:spPr>
          <a:xfrm>
            <a:off x="548640" y="3935572"/>
            <a:ext cx="804672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>
                <a:solidFill>
                  <a:srgbClr val="1E293B"/>
                </a:solidFill>
                <a:latin typeface="Arial"/>
              </a:rPr>
              <a:t>6. When the user presses Enter inside the search input:</a:t>
            </a:r>
            <a:r>
              <a:rPr lang="en-US" sz="1500" b="1" dirty="0">
                <a:solidFill>
                  <a:srgbClr val="1E293B"/>
                </a:solidFill>
                <a:latin typeface="Arial"/>
              </a:rPr>
              <a:t> </a:t>
            </a:r>
            <a:r>
              <a:rPr lang="en-US" sz="1400" b="0" dirty="0">
                <a:solidFill>
                  <a:srgbClr val="334155"/>
                </a:solidFill>
                <a:latin typeface="Arial"/>
              </a:rPr>
              <a:t>• Print "User hit Enter! Submitting search..."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6CC"/>
                </a:solidFill>
                <a:latin typeface="Arial"/>
              </a:rPr>
              <a:t>TASK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66CC"/>
                </a:solidFill>
                <a:latin typeface="Arial"/>
              </a:rPr>
              <a:t>User Account &amp; Login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8229600" cy="2560320"/>
          </a:xfrm>
          <a:prstGeom prst="roundRect">
            <a:avLst>
              <a:gd name="adj" fmla="val 10000"/>
            </a:avLst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7680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E293B"/>
                </a:solidFill>
                <a:latin typeface="Arial"/>
              </a:rPr>
              <a:t>Create a User Account page using
HTML, CSS, and JavaScript.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B16B62-EF05-4D67-880D-1599B3AB8C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463" b="6725"/>
          <a:stretch/>
        </p:blipFill>
        <p:spPr>
          <a:xfrm>
            <a:off x="5168617" y="777240"/>
            <a:ext cx="3559866" cy="42143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6CC"/>
                </a:solidFill>
                <a:latin typeface="Arial"/>
              </a:rPr>
              <a:t>TASK 2 · User Account &amp;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6CC"/>
                </a:solidFill>
                <a:latin typeface="Arial"/>
              </a:rPr>
              <a:t>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8412480" cy="3657600"/>
          </a:xfrm>
          <a:prstGeom prst="roundRect">
            <a:avLst>
              <a:gd name="adj" fmla="val 10000"/>
            </a:avLst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rial"/>
              </a:rPr>
              <a:t>1. Create a page with: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• A user name.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• A user description.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9424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• An email input.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96896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• A search input.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44368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• A country select.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39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• A login 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3931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• A login button.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86784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• A notification area.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6CC"/>
                </a:solidFill>
                <a:latin typeface="Arial"/>
              </a:rPr>
              <a:t>TASK 2 · User Account &amp;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6CC"/>
                </a:solidFill>
                <a:latin typeface="Arial"/>
              </a:rPr>
              <a:t>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8412480" cy="3566160"/>
          </a:xfrm>
          <a:prstGeom prst="roundRect">
            <a:avLst>
              <a:gd name="adj" fmla="val 10000"/>
            </a:avLst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rial"/>
              </a:rPr>
              <a:t>2. Use JavaScript to select all required elements.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rial"/>
              </a:rPr>
              <a:t>3. Change the user name using textContent.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rial"/>
              </a:rPr>
              <a:t>4. Change the description using textContent.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rial"/>
              </a:rPr>
              <a:t>5. Use innerHTML to show a notification with an HTML element.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rial"/>
              </a:rPr>
              <a:t>6. Use style to change the email input border and background color.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Arial"/>
              </a:rPr>
              <a:t>7. Use classList to add and remove classes from the profile.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6CC"/>
                </a:solidFill>
                <a:latin typeface="Arial"/>
              </a:rPr>
              <a:t>TASK 2 · User Account &amp;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6CC"/>
                </a:solidFill>
                <a:latin typeface="Arial"/>
              </a:rPr>
              <a:t>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8412480" cy="3566160"/>
          </a:xfrm>
          <a:prstGeom prst="roundRect">
            <a:avLst>
              <a:gd name="adj" fmla="val 10000"/>
            </a:avLst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rial"/>
              </a:rPr>
              <a:t>8. When the user types in the search box: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• Print the current value in the console.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rial"/>
              </a:rPr>
              <a:t>9. When the user presses Enter inside the search box: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• Print "Search submitted!".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rial"/>
              </a:rPr>
              <a:t>10. When the user changes the country: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947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• Print "Country changed!".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66CC"/>
                </a:solidFill>
                <a:latin typeface="Arial"/>
              </a:rPr>
              <a:t>TASK 2 · User Account &amp;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66CC"/>
                </a:solidFill>
                <a:latin typeface="Arial"/>
              </a:rPr>
              <a:t>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8412480" cy="1737360"/>
          </a:xfrm>
          <a:prstGeom prst="roundRect">
            <a:avLst>
              <a:gd name="adj" fmla="val 10000"/>
            </a:avLst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rial"/>
              </a:rPr>
              <a:t>11. When the user clicks the login button: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• Print "Login button clicked!".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• Print the clicked element using event.target.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017520"/>
            <a:ext cx="8412480" cy="155448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rial"/>
              </a:rPr>
              <a:t>12. When the login form is submitted: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Arial"/>
              </a:rPr>
              <a:t>• Stop the page from reloading using preventDefault().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rial"/>
              </a:rPr>
              <a:t>• Print "Form data captured via JS without page reload!".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599</Words>
  <Application>Microsoft Office PowerPoint</Application>
  <PresentationFormat>On-screen Show (16:9)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ezz aldin</cp:lastModifiedBy>
  <cp:revision>4</cp:revision>
  <dcterms:created xsi:type="dcterms:W3CDTF">2013-01-27T09:14:16Z</dcterms:created>
  <dcterms:modified xsi:type="dcterms:W3CDTF">2026-09-05T07:45:18Z</dcterms:modified>
  <cp:category/>
</cp:coreProperties>
</file>